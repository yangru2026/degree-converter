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A7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</a:rPr>
              <a:t>极氧品牌客服案例分享会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</a:rPr>
              <a:t>季抛优势巩固 · 日抛突破攻坚 · AI工具提效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分享人：售前主管  |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7BA7A6"/>
                </a:solidFill>
                <a:latin typeface="Microsoft YaHei"/>
              </a:rPr>
              <a:t>📋 今天分享什么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1  季抛优秀案例 —— 先让老板看到我们的优势</a:t>
            </a:r>
          </a:p>
          <a:p>
            <a:pPr algn="l">
              <a:spcAft>
                <a:spcPts val="2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2  日抛挑战分析 —— 直面问题，不回避</a:t>
            </a:r>
          </a:p>
          <a:p>
            <a:pPr algn="l">
              <a:spcAft>
                <a:spcPts val="2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3  改进方案 —— 三步走，有行动</a:t>
            </a:r>
          </a:p>
          <a:p>
            <a:pPr algn="l">
              <a:spcAft>
                <a:spcPts val="2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4  AI工具赋能 —— 用技术为客服减负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A8A89"/>
                </a:solidFill>
                <a:latin typeface="Microsoft YaHei"/>
              </a:rPr>
              <a:t>核心理念：先展示优势 → 再谈挑战 → 最后给解决方案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✅ 第一部分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</a:rPr>
              <a:t>季抛优秀案例展示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先让老板看到我们的优势——这是团队的基本盘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BA7A6"/>
                </a:solidFill>
                <a:latin typeface="Microsoft YaHei"/>
              </a:rPr>
              <a:t>案例一：小暖 —— 从咨询到成交的完整闭环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👤 客户：嘻嘻他会发光2  |  商品：YOUHOO小黄盒季抛  |  成交：¥75.3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【开场】"欢迎来到极昼～您平时戴美瞳是日常通勤多还是约会拍照多？"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→ 不是问"买什么"，而是问"场景"——精准定位需求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【度数咨询】客户左右眼不同（375/400），小暖专业解答换算规则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→ 专业度建立信任，客户愿意继续聊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【推荐】推送2款花色（椰影摇光 + 富士山雾），附参数和上眼图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→ 2选1比1选1更容易成交，模特图降低决策成本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【促单】申请专属¥5优惠券 + 618倒计时提醒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→ 专属感 + 紧迫感，双管齐下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【售后跟进】发货后主动提醒"买错可改地址/换货，不用退"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→ 降低退货风险，提升客户体验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Microsoft YaHei"/>
              </a:rPr>
              <a:t>💡 亮点：主动场景询问 → 专业解答 → 2款推荐 → 专属优惠 → 倒计时促单 → 发货跟进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BA7A6"/>
                </a:solidFill>
                <a:latin typeface="Microsoft YaHei"/>
              </a:rPr>
              <a:t>案例二：多角度推荐 + 花色对比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🎨 客户有明确偏好，客服用"对比法"帮决策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【客户行为】发送了自拍效果参考图，表达"想要这种效果"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【客服回应】连续推送多款花色上眼效果图：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• 蓝灰色混血款（接近客户发的图）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• 黑色自然款（更日常的选择）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• 棕色温柔款（备选方案）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【技巧】不是"这个好看"，而是"这款接近您发的图，那款更日常"——帮客户做对比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【价格引导】展示¥68-88区间多款，配合收藏领券、满减活动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Microsoft YaHei"/>
              </a:rPr>
              <a:t>💡 关键：客户发参考图 → 给3款对比（接近款+日常款+备选款）→ 客户自己选择，成交率更高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BA7A6"/>
                </a:solidFill>
                <a:latin typeface="Microsoft YaHei"/>
              </a:rPr>
              <a:t>案例三：耐心引导 + 价格阶梯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💰 客户犹豫价格，客服用"阶梯法"推进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【客户行为】咨询日抛/季抛，对价格敏感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【客服策略】先推¥113款（展示品质），再推¥62款（降低门槛）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→ 让客户觉得"有选择"，不是被推销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【促单话术】"有喜欢的不要犹豫啦，早下单早收货，颜值buff叠满"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→ 轻松语气，不逼单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【最终动作】发送促单长文本（库存提醒+优惠催促+售后保障）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Microsoft YaHei"/>
              </a:rPr>
              <a:t>💡 关键：价格敏感客户 → 先展示高价值款建立锚定 → 再推性价比款 → 客户觉得"占了便宜"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7BA7A6"/>
                </a:solidFill>
                <a:latin typeface="Microsoft YaHei"/>
              </a:rPr>
              <a:t>季抛做得好的5个核心点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7BA7A6"/>
                </a:solidFill>
                <a:latin typeface="Microsoft YaHei"/>
              </a:rPr>
              <a:t>场景询问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不问"买什么"，问"什么时候戴"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8A89"/>
                </a:solidFill>
                <a:latin typeface="Microsoft YaHei"/>
              </a:rPr>
              <a:t>案例1：通勤还是约会？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7BA7A6"/>
                </a:solidFill>
                <a:latin typeface="Microsoft YaHei"/>
              </a:rPr>
              <a:t>专业解答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度数换算、参数讲解准确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8A89"/>
                </a:solidFill>
                <a:latin typeface="Microsoft YaHei"/>
              </a:rPr>
              <a:t>案例1：375/400不同度处理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7BA7A6"/>
                </a:solidFill>
                <a:latin typeface="Microsoft YaHei"/>
              </a:rPr>
              <a:t>对比推荐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432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2-3款对比，降低决策难度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8A89"/>
                </a:solidFill>
                <a:latin typeface="Microsoft YaHei"/>
              </a:rPr>
              <a:t>案例2：3款花色上眼图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7BA7A6"/>
                </a:solidFill>
                <a:latin typeface="Microsoft YaHei"/>
              </a:rPr>
              <a:t>促单技巧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66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专属优惠+倒计时+轻松语气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8A89"/>
                </a:solidFill>
                <a:latin typeface="Microsoft YaHei"/>
              </a:rPr>
              <a:t>案例1：¥5专属券+618倒计时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7BA7A6"/>
                </a:solidFill>
                <a:latin typeface="Microsoft YaHei"/>
              </a:rPr>
              <a:t>售后跟进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389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发货提醒+改地址/换货承诺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389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8A89"/>
                </a:solidFill>
                <a:latin typeface="Microsoft YaHei"/>
              </a:rPr>
              <a:t>案例1：发货后主动跟进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Microsoft YaHei"/>
              </a:rPr>
              <a:t>🎯 核心结论：季抛客户画像明确，团队已形成成熟接待流程——这是优势，必须让老板看到。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7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⚠️ 第二部分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</a:rPr>
              <a:t>日抛新客转化的挑战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季抛顺，但硅水凝胶日抛是新战场——客户画像完全不同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E07A5F"/>
                </a:solidFill>
                <a:latin typeface="Microsoft YaHei"/>
              </a:rPr>
              <a:t>挑战一：客户画像完全不同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7BA7A6"/>
                </a:solidFill>
                <a:latin typeface="Microsoft YaHei"/>
              </a:rPr>
              <a:t>季抛客户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07A5F"/>
                </a:solidFill>
                <a:latin typeface="Microsoft YaHei"/>
              </a:rPr>
              <a:t>日抛新客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✅ 需求明确："我要买季抛"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63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❓ 需求模糊："试试日抛"或"U先领的"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✅ 认可极氧，复购惯性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659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❓ 可能第一次买，不信任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✅ 知道水凝胶季抛，熟悉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❓ 硅水凝胶是什么？透氧？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✅ 价格敏感度较低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718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❓ 觉得"日抛每天戴好贵"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✅ 决策周期短，下单快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474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❓ 需要教育+引导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✅ 流程化，被动接待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776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❓ 需要主动创造场景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07A5F"/>
                </a:solidFill>
                <a:latin typeface="Microsoft YaHei"/>
              </a:rPr>
              <a:t>🚨 核心矛盾：客服习惯了季抛的"被动接待"模式，面对日抛新客的"主动引导"需求，话术和意识都没有跟上。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E07A5F"/>
                </a:solidFill>
                <a:latin typeface="Microsoft YaHei"/>
              </a:rPr>
              <a:t>挑战二：日抛接待中的典型问题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【问题1】只会回答，不会引导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客户问"日抛舒服吗？"→ 客服答"舒服的"→ 结束。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正确做法：应该追问"您平时戴多久？如果超过8小时，硅水凝胶更适合"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【问题2】被价格挡住，不会算总账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客户说"日抛太贵"→ 客服沉默或简单解释→ 流失。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正确做法：帮客户算"护理液+季抛闲置损耗"，日抛实际成本没那么高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【问题3】不区分"试用客户"和"正装客户"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U先9.9试用装进线的客户，客服没有"试用→正装"转化意识。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正确做法：先问体验，再推正装优惠，把试用流量变成真实成交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E07A5F"/>
                </a:solidFill>
                <a:latin typeface="Microsoft YaHei"/>
              </a:rPr>
              <a:t>挑战三：数据不会说谎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7BA7A6"/>
                </a:solidFill>
                <a:latin typeface="Microsoft YaHei"/>
              </a:rPr>
              <a:t>60%+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Microsoft YaHei"/>
              </a:rPr>
              <a:t>季抛咨询转化率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E07A5F"/>
                </a:solidFill>
                <a:latin typeface="Microsoft YaHei"/>
              </a:rPr>
              <a:t>25-35%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77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Microsoft YaHei"/>
              </a:rPr>
              <a:t>日抛新客转化率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E74C3C"/>
                </a:solidFill>
                <a:latin typeface="Microsoft YaHei"/>
              </a:rPr>
              <a:t>2.5x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Microsoft YaHei"/>
              </a:rPr>
              <a:t>差距倍数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Microsoft YaHei"/>
              </a:rPr>
              <a:t>说明：日抛转化率低，不代表客户不需要，而是我们的接待流程没跟上。</a:t>
            </a:r>
            <a:br/>
            <a:br/>
            <a:r>
              <a:t>季抛从咨询到成交只需要3-5句话，日抛需要10-15句话——</a:t>
            </a:r>
            <a:br/>
            <a:r>
              <a:t>客服还没有适应这个节奏。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A7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📋 第三部分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</a:rPr>
              <a:t>改进方案：三步走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有优势、有认知，现在要有行动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7BA7A6"/>
                </a:solidFill>
                <a:latin typeface="Microsoft YaHei"/>
              </a:rPr>
              <a:t>第一步：建立日抛专用话术体系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🎯 核心原则：不是替代，是补充</a:t>
            </a:r>
          </a:p>
          <a:p>
            <a:pPr algn="l">
              <a:spcAft>
                <a:spcPts val="479"/>
              </a:spcAft>
            </a:pPr>
          </a:p>
          <a:p>
            <a:pPr algn="l">
              <a:spcAft>
                <a:spcPts val="479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【场景1】客户说"我要买季抛"</a:t>
            </a:r>
          </a:p>
          <a:p>
            <a:pPr algn="l">
              <a:spcAft>
                <a:spcPts val="479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话术："宝贝您是老客了，季抛确实划算。顺便说一下，极氧出了日抛硅水凝胶，透氧比季抛高很多。出差或约会时戴日抛更方便，不用带护理液。要不要带一盒试试？"</a:t>
            </a:r>
          </a:p>
          <a:p>
            <a:pPr algn="l">
              <a:spcAft>
                <a:spcPts val="479"/>
              </a:spcAft>
            </a:pPr>
          </a:p>
          <a:p>
            <a:pPr algn="l">
              <a:spcAft>
                <a:spcPts val="479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【场景2】客户说"日抛太贵"</a:t>
            </a:r>
          </a:p>
          <a:p>
            <a:pPr algn="l">
              <a:spcAft>
                <a:spcPts val="479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话术："日抛单价比季抛高，但不用买护理液（一瓶30-50），而且季抛中间有几天没戴，放干了也是浪费。日抛用多少开多少，您可以先买10片装试试，算下来一杯奶茶钱。"</a:t>
            </a:r>
          </a:p>
          <a:p>
            <a:pPr algn="l">
              <a:spcAft>
                <a:spcPts val="479"/>
              </a:spcAft>
            </a:pPr>
          </a:p>
          <a:p>
            <a:pPr algn="l">
              <a:spcAft>
                <a:spcPts val="479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【场景3】客户说"我先买季抛试试"</a:t>
            </a:r>
          </a:p>
          <a:p>
            <a:pPr algn="l">
              <a:spcAft>
                <a:spcPts val="479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话术："没问题。如果后面戴得习惯，建议囤一盒日抛放家里。约会、重要场合戴日抛，卫生又安心。硅水凝胶透氧量100+，戴一天也不闷。"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Microsoft YaHei"/>
              </a:rPr>
              <a:t>💡 执行要点：这些话术已整理成《极氧日抛FAQ速查卡》，打印放在每个客服工作台，新客咨询时30秒内找到对应话术。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7BA7A6"/>
                </a:solidFill>
                <a:latin typeface="Microsoft YaHei"/>
              </a:rPr>
              <a:t>第二步：搭建三级培训体系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【第一层】新人标准化培训（7天）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→ 产品知识 + 平台流程 + 合规红线，考核80分上岗</a:t>
            </a:r>
          </a:p>
          <a:p>
            <a:pPr algn="l">
              <a:spcAft>
                <a:spcPts val="650"/>
              </a:spcAft>
            </a:pP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【第二层】在职专题培训（每周一次）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→ 每周解决一个转化难题：U先转正装、季抛引导日抛、售后处理</a:t>
            </a:r>
          </a:p>
          <a:p>
            <a:pPr algn="l">
              <a:spcAft>
                <a:spcPts val="650"/>
              </a:spcAft>
            </a:pP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【第三层】碎片化实战训练（每天）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→ 微信群分享"今日最佳话术"，主管抽查3条聊天记录即时纠偏</a:t>
            </a:r>
          </a:p>
          <a:p>
            <a:pPr algn="l">
              <a:spcAft>
                <a:spcPts val="650"/>
              </a:spcAft>
            </a:pP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📊 验证方式：每周对比培训前后数据（U先转正装率、日抛连带率、响应时长）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→ 用数据证明培训效果，不是走形式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7BA7A6"/>
                </a:solidFill>
                <a:latin typeface="Microsoft YaHei"/>
              </a:rPr>
              <a:t>第三步：数据驱动，每周复盘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周次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验证指标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solidFill>
            <a:srgbClr val="7BA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第1周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17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客户识别与分流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3分钟内判断客户类型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417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聊天记录分类准确率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第2周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828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U先客户转正装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28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试用→正装转化率提升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对比培训前后数据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第3周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40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季抛老客引导日抛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40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季抛订单中日抛连带率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40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连带率数据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51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第4周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51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日抛客户快速成交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651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缩短平均响应时长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651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响应时长+成交率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Microsoft YaHei"/>
              </a:rPr>
              <a:t>💡 主管角色：每周主讲1次专题培训 + 每天抽查3条聊天记录 + 每周输出数据复盘报告</a:t>
            </a:r>
            <a:br/>
            <a:r>
              <a:t>→ 把培训变成数据闭环，不是走形式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8A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🤖 第四部分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</a:rPr>
              <a:t>AI工具赋能：让技术为客服减负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不是炫技，而是解决客服每天反复遇到的痛点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7BA7A6"/>
                </a:solidFill>
                <a:latin typeface="Microsoft YaHei"/>
              </a:rPr>
              <a:t>工具一：AI度数换算工具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🔢 解决痛点：客户发验光单，客服换算慢、容易错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截图识别：客户发验光单截图，OCR自动识别左右眼近视+散光度数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自动换算：按品牌规则自动换算美瞳度数，支持弥生/极氧双品牌切换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一键生成图片：生成带品牌水印的换算结果图，客服直接复制或截图发给客户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特殊处理：纯散光（近视0度）自动提示"无需配镜"，散光超150度弹窗提醒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💡 使用场景：客户发验光单 → 客服打开工具 → 粘贴或截图 → 3秒出结果 → 复制发给客户 → 专业感瞬间建立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🔗 链接：https://yangru2026.github.io/degree-converter/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7BA7A6"/>
                </a:solidFill>
                <a:latin typeface="Microsoft YaHei"/>
              </a:rPr>
              <a:t>工具二：AI库存看板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📊 解决痛点：客服不知道哪些花色缺货，备注后才发现没货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实时库存提醒：哪些花色/度数缺货，一目了然，避免客户备注了缺货花色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搜索查询：输入花色名，快速查库存状态和预计到货时间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团队协作：多人实时更新，补货到货信息同步，不用翻群公告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桌面置顶：可放在电脑顶部轮播，接待时随时扫一眼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💡 使用场景：客户问"xxx花色有吗？" → 客服打开看板 → 搜索 → 有货/缺货一目了然 → 不用去群里翻公告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🔗 链接：https://yangru2026.github.io/stock-monitor/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7BA7A6"/>
                </a:solidFill>
                <a:latin typeface="Microsoft YaHei"/>
              </a:rPr>
              <a:t>工具三：AI花色素材库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🎨 解决痛点：客服找花色图片慢、话术不统一、客户问效果答不上来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全花色检索：按品牌/系列/颜色分类，搜索花色名秒出结果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模特上眼图：每张花色附带模特上眼效果图，直接发给客户参考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统一话术模板：每款花色预设3-5条描述话术，客服不用现编</a:t>
            </a: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• 多人协作更新：新花色/新图片实时同步，全员共用一套素材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💡 使用场景：客户问"有没有自然一点的棕色？" → 打开素材库 → 筛选"棕色+自然" → 推送3款上眼图+话术 → 客户快速决策</a:t>
            </a:r>
          </a:p>
          <a:p>
            <a:pPr algn="l">
              <a:spcAft>
                <a:spcPts val="519"/>
              </a:spcAft>
            </a:pPr>
          </a:p>
          <a:p>
            <a:pPr algn="l">
              <a:spcAft>
                <a:spcPts val="519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🔗 链接：https://yangru2026.github.io/lens-library/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7BA7A6"/>
                </a:solidFill>
                <a:latin typeface="Microsoft YaHei"/>
              </a:rPr>
              <a:t>三个工具，解决三个核心痛点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解决痛点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097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每天省多少时间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solidFill>
            <a:srgbClr val="7BA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度数换算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验光单换算慢、容易错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每个客户省2-3分钟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库存看板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翻群公告找库存、缺货备注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每个客户省1-2分钟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花色素材库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31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找图片慢、话术不统一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icrosoft YaHei"/>
              </a:rPr>
              <a:t>每个客户省2-3分钟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Microsoft YaHei"/>
              </a:rPr>
              <a:t>🎯 核心价值：3个工具每天帮每个客服省5-8分钟，14人团队就是70-112分钟</a:t>
            </a:r>
            <a:br/>
            <a:r>
              <a:t>→ 省下来的时间用来做深度推荐和促单，而不是做机械劳动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7BA7A6"/>
                </a:solidFill>
                <a:latin typeface="Microsoft YaHei"/>
              </a:rPr>
              <a:t>总结：我们的三步走战略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1️⃣ 巩固优势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季抛团队已经形成成熟接待流程（场景询问→专业解答→对比推荐→促单→售后），这是基本盘，必须守住。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2️⃣ 直面挑战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日抛新客画像完全不同（需求模糊、不信任、价格高），需要从被动接待转为主动引导，话术和意识都要升级。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3️⃣ 工具提效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用AI工具解决机械劳动（度数换算、库存查询、找图片），让客服把时间花在真正创造价值的地方——客户沟通和转化。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7BA7A6"/>
                </a:solidFill>
                <a:latin typeface="Microsoft YaHei"/>
              </a:rPr>
              <a:t>我的行动计划（主管层面）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📅 接下来30天做什么</a:t>
            </a:r>
          </a:p>
          <a:p>
            <a:pPr algn="l">
              <a:spcAft>
                <a:spcPts val="650"/>
              </a:spcAft>
            </a:pP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【Week 1】完成《日抛FAQ速查卡》全员发放，每日抽查3条聊天记录，即时纠偏</a:t>
            </a:r>
          </a:p>
          <a:p>
            <a:pPr algn="l">
              <a:spcAft>
                <a:spcPts val="650"/>
              </a:spcAft>
            </a:pP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【Week 2】启动"U先转正装"专题培训，对比培训前后转化率数据</a:t>
            </a:r>
          </a:p>
          <a:p>
            <a:pPr algn="l">
              <a:spcAft>
                <a:spcPts val="650"/>
              </a:spcAft>
            </a:pP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【Week 3】推进"季抛老客引导日抛"话术落地，跟踪连带率变化</a:t>
            </a:r>
          </a:p>
          <a:p>
            <a:pPr algn="l">
              <a:spcAft>
                <a:spcPts val="650"/>
              </a:spcAft>
            </a:pP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【Week 4】输出首月数据复盘报告，迭代FAQ和培训内容</a:t>
            </a:r>
          </a:p>
          <a:p>
            <a:pPr algn="l">
              <a:spcAft>
                <a:spcPts val="650"/>
              </a:spcAft>
            </a:pP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🎯 关键指标：30天后，日抛新客转化率从25-35%提升到40%+，U先转正装率提升15%</a:t>
            </a:r>
          </a:p>
          <a:p>
            <a:pPr algn="l">
              <a:spcAft>
                <a:spcPts val="65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→ 用数据证明培训效果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8A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icrosoft YaHei"/>
              </a:rPr>
              <a:t>极氧品牌客服团队 · 持续进化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